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Room Migration Progress —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234440"/>
            <a:ext cx="4480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1325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Total Accounts Migrated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4F8A"/>
                </a:solidFill>
              </a:defRPr>
            </a:pPr>
            <a:r>
              <a:t>4,346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6060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307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7CEEB"/>
                </a:solidFill>
              </a:defRPr>
            </a:pPr>
            <a:r>
              <a:t>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1,539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35.4% of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26060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2667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8A"/>
                </a:solidFill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2,617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60.2% of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26060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0.2% of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6227" y="26060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3387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9E5B"/>
                </a:solidFill>
              </a:defRPr>
            </a:pPr>
            <a:r>
              <a:t>Mid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3387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181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3387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4.2% of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Weekly Totals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470916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Week Start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Mid Market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Weekly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5/25/2026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257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246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1,012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2,831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