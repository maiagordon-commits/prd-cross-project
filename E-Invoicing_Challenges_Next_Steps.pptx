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Arial"/>
              </a:rPr>
              <a:t>E-Invoicing — Challenges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3200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Status update  ·  Regulatory readiness &amp; product 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24128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78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REGULATION 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5331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59669"/>
                </a:solidFill>
                <a:latin typeface="Arial"/>
              </a:rPr>
              <a:t>Italy · Enforced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353312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D97706"/>
                </a:solidFill>
                <a:latin typeface="Arial"/>
              </a:rPr>
              <a:t>Spain · Jan 2027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353312"/>
            <a:ext cx="324612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4748B"/>
                </a:solidFill>
                <a:latin typeface="Arial"/>
              </a:rPr>
              <a:t>FR / PT / GR / DE · Not mandatory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rial"/>
              </a:rPr>
              <a:t>France, Portugal, Greece, Germany: regulations started but not mandatorily enforced — users often bypass via external apps.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9456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94560"/>
            <a:ext cx="361188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304288"/>
            <a:ext cx="3611880" cy="6583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5915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Arial"/>
              </a:rPr>
              <a:t>01  CURRENT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Arial"/>
              </a:rPr>
              <a:t>Gaps &amp; 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108960"/>
            <a:ext cx="3291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Italian Complexity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Blocked by inability to process Owner/PMC commission splits &amp; tax rules. Only 1 billing model supported (Owner or PMC pays all).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Pilot Stalled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Exit criteria not met due to insufficient use-case coverage (pilot currently at 2 users).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Priority Risk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    Adding the split commission is not prioritized before 2027.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19456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2194560"/>
            <a:ext cx="36118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2304288"/>
            <a:ext cx="361188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35915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rial"/>
              </a:rPr>
              <a:t>02 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Arial"/>
              </a:rPr>
              <a:t>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3108960"/>
            <a:ext cx="3291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Market Research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Prioritized to identify viable target countries with larger addressable markets before attempting scale.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Expand POC to Spain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Candidate under research: update the API scheme with required Guest data fields to stay ahead of Jan 2027 enforcement.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19456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2194560"/>
            <a:ext cx="36118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2304288"/>
            <a:ext cx="3611880" cy="658368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35915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03 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Arial"/>
              </a:rPr>
              <a:t>Going Forward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3108960"/>
            <a:ext cx="3291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Roadmap Priority — Q3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Commission Split by Fee. Potential tradeoff vs “Redesign adjustment flow” (All Casago) and PAC Fee (Avari).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Potential Q4 Big Rock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May affect City Tax, tax conditions, and PAC Tax — confirm sequencing with roadmap owners.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rial"/>
              </a:rPr>
              <a:t>Confidential  ·  Product &amp; Compliance  ·  Editable Google Slides / PowerPoint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rial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Arial"/>
              </a:rPr>
              <a:t>E-Invoicing —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Use this slide in working sessions to capture tradeoffs and owners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553212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553212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Arial"/>
              </a:rPr>
              <a:t>Q3 Priority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2563EB"/>
                </a:solidFill>
                <a:latin typeface="Arial"/>
              </a:rPr>
              <a:t>●  </a:t>
            </a:r>
            <a:r>
              <a:rPr sz="1300" b="1">
                <a:solidFill>
                  <a:srgbClr val="0F2C59"/>
                </a:solidFill>
                <a:latin typeface="Arial"/>
              </a:rPr>
              <a:t>A. Commission Split by Fee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    Recommended roadmap priority to unblock Italy use cases and prepare multi-party invoicing.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2563EB"/>
                </a:solidFill>
                <a:latin typeface="Arial"/>
              </a:rPr>
              <a:t>●  </a:t>
            </a:r>
            <a:r>
              <a:rPr sz="1300" b="1">
                <a:solidFill>
                  <a:srgbClr val="0F2C59"/>
                </a:solidFill>
                <a:latin typeface="Arial"/>
              </a:rPr>
              <a:t>B. Redesign adjustment flow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    All Casago request — may compete for the same engineering capacity as Split by Fee.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2563EB"/>
                </a:solidFill>
                <a:latin typeface="Arial"/>
              </a:rPr>
              <a:t>●  </a:t>
            </a:r>
            <a:r>
              <a:rPr sz="1300" b="1">
                <a:solidFill>
                  <a:srgbClr val="0F2C59"/>
                </a:solidFill>
                <a:latin typeface="Arial"/>
              </a:rPr>
              <a:t>C. PAC Fee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    Avari request — evaluate dependency / sequencing against Split by Fee.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97280"/>
            <a:ext cx="557784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097280"/>
            <a:ext cx="557784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Arial"/>
              </a:rPr>
              <a:t>Market &amp; Timeline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Spain POC expansion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Update API scheme with required Guest data fields ahead of Jan 2027 enforcement.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Broader market research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Identify countries with larger addressable markets before scaling beyond pilots.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Q4 Big Rock candidate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Commission / tax work may impact City Tax, tax conditions, and PAC Tax — confirm owners.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Open decision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    Confirm whether Split Commission is a Q3 commitment or deferred (current risk: not prioritized before 2027).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rial"/>
              </a:rPr>
              <a:t>Confidential  ·  Product &amp; Compliance  ·  Editable Google Slides / PowerPoint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rial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