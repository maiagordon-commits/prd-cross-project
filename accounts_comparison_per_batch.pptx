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0E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accounts_comparison_per_bat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20040"/>
            <a:ext cx="11155680" cy="684965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35508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 i="1">
                <a:solidFill>
                  <a:srgbClr val="64748B"/>
                </a:solidFill>
                <a:latin typeface="Arial"/>
              </a:defRPr>
            </a:pPr>
            <a:r>
              <a:t>Slide 2 contains editable data · Upload to Google Drive → Open with Google Slides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0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 i="0">
                <a:solidFill>
                  <a:srgbClr val="1E293B"/>
                </a:solidFill>
                <a:latin typeface="Arial"/>
              </a:defRPr>
            </a:pPr>
            <a:r>
              <a:t>Accounts Comparison Per Batch — Data (Editable)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 i="1">
                <a:solidFill>
                  <a:srgbClr val="64748B"/>
                </a:solidFill>
                <a:latin typeface="Arial"/>
              </a:defRPr>
            </a:pPr>
            <a:r>
              <a:t>Edit values below, then regenerate the chart if needed.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371600"/>
          <a:ext cx="1042416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194560"/>
                <a:gridCol w="2194560"/>
                <a:gridCol w="2011680"/>
                <a:gridCol w="2011680"/>
              </a:tblGrid>
              <a:tr h="52578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Domain</a:t>
                      </a:r>
                    </a:p>
                  </a:txBody>
                  <a:tcPr>
                    <a:solidFill>
                      <a:srgbClr val="2D4B1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May Batch Count</a:t>
                      </a:r>
                    </a:p>
                  </a:txBody>
                  <a:tcPr>
                    <a:solidFill>
                      <a:srgbClr val="2D4B1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June Batch Count</a:t>
                      </a:r>
                    </a:p>
                  </a:txBody>
                  <a:tcPr>
                    <a:solidFill>
                      <a:srgbClr val="2D4B1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July</a:t>
                      </a:r>
                    </a:p>
                  </a:txBody>
                  <a:tcPr>
                    <a:solidFill>
                      <a:srgbClr val="2D4B1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May+Jun Total</a:t>
                      </a:r>
                    </a:p>
                  </a:txBody>
                  <a:tcPr>
                    <a:solidFill>
                      <a:srgbClr val="2D4B1E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RM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GA (all)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19</a:t>
                      </a:r>
                    </a:p>
                  </a:txBody>
                  <a:tcPr/>
                </a:tc>
              </a:tr>
              <a:tr h="52578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Cross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GA (all)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</a:tr>
              <a:tr h="52578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Owners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GA (all)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</a:tr>
              <a:tr h="52578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Distribution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GA (all)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</a:tr>
              <a:tr h="52578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Payments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GA (all)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</a:tr>
              <a:tr h="52578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Accounting...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GA (all)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</a:tr>
              <a:tr h="52578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Operations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GA (all)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15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580644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1E293B"/>
                </a:solidFill>
                <a:latin typeface="Arial"/>
              </a:defRPr>
            </a:pPr>
            <a:r>
              <a:t>■ May Batch Count (dark green)    ■ June Batch Count (light blue)    ■ July — GA for all accounts (amber; no per-domain count)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