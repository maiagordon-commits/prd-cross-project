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777240"/>
            <a:ext cx="256032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13 - July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27432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Total Accounts Created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2,876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SMB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161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800" b="1">
                <a:solidFill>
                  <a:srgbClr val="1B3A5F"/>
                </a:solidFill>
                <a:latin typeface="Arial"/>
              </a:rPr>
              <a:t>2,715</a:t>
            </a:r>
          </a:p>
        </p:txBody>
      </p:sp>
      <p:pic>
        <p:nvPicPr>
          <p:cNvPr id="8" name="Picture 7" descr="room-migra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5176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