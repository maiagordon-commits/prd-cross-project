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A5F"/>
                </a:solidFill>
                <a:latin typeface="Arial"/>
              </a:rPr>
              <a:t>Room Migration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777240"/>
            <a:ext cx="2560320" cy="347472"/>
          </a:xfrm>
          <a:prstGeom prst="roundRect">
            <a:avLst>
              <a:gd name="adj" fmla="val 12000"/>
            </a:avLst>
          </a:prstGeom>
          <a:solidFill>
            <a:srgbClr val="E4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July 13 - August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27432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Total Accounts Created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4,395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4173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Pro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214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Lite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4,181</a:t>
            </a:r>
          </a:p>
        </p:txBody>
      </p:sp>
      <p:pic>
        <p:nvPicPr>
          <p:cNvPr id="8" name="Picture 7" descr="room-migration-chart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51760"/>
            <a:ext cx="11155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