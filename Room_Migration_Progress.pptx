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822960"/>
            <a:ext cx="219456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20 - July 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320040"/>
            <a:ext cx="347472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Total Accounts Migrated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17320"/>
            <a:ext cx="2926080" cy="100584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417320"/>
            <a:ext cx="2926080" cy="100584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Pro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0</a:t>
            </a:r>
          </a:p>
          <a:p>
            <a:pPr algn="ctr"/>
            <a:r>
              <a:rPr sz="1000" b="0">
                <a:solidFill>
                  <a:srgbClr val="6B7C93"/>
                </a:solidFill>
                <a:latin typeface="Arial"/>
              </a:rPr>
              <a:t>Out of them 0 Mid Market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417320"/>
            <a:ext cx="2926080" cy="100584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Enterprise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pic>
        <p:nvPicPr>
          <p:cNvPr id="9" name="Picture 8" descr="room-migra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5176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