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F"/>
                </a:solidFill>
                <a:latin typeface="Arial"/>
              </a:rPr>
              <a:t>Room Migration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777240"/>
            <a:ext cx="2560320" cy="347472"/>
          </a:xfrm>
          <a:prstGeom prst="roundRect">
            <a:avLst>
              <a:gd name="adj" fmla="val 12000"/>
            </a:avLst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B3A5F"/>
                </a:solidFill>
                <a:latin typeface="Arial"/>
              </a:rPr>
              <a:t>July 13 - July 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743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B3A5F"/>
                </a:solidFill>
                <a:latin typeface="Arial"/>
              </a:rPr>
              <a:t>Total Accounts Created</a:t>
            </a:r>
          </a:p>
          <a:p>
            <a:pPr algn="ctr"/>
            <a:r>
              <a:rPr sz="2800" b="1">
                <a:solidFill>
                  <a:srgbClr val="1B3A5F"/>
                </a:solidFill>
                <a:latin typeface="Arial"/>
              </a:rPr>
              <a:t>2,876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4173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B3A5F"/>
                </a:solidFill>
                <a:latin typeface="Arial"/>
              </a:rPr>
              <a:t>Pro</a:t>
            </a:r>
          </a:p>
          <a:p>
            <a:pPr algn="ctr"/>
            <a:r>
              <a:rPr sz="2800" b="1">
                <a:solidFill>
                  <a:srgbClr val="1B3A5F"/>
                </a:solidFill>
                <a:latin typeface="Arial"/>
              </a:rPr>
              <a:t>161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B3A5F"/>
                </a:solidFill>
                <a:latin typeface="Arial"/>
              </a:rPr>
              <a:t>Lite</a:t>
            </a:r>
          </a:p>
          <a:p>
            <a:pPr algn="ctr"/>
            <a:r>
              <a:rPr sz="2800" b="1">
                <a:solidFill>
                  <a:srgbClr val="1B3A5F"/>
                </a:solidFill>
                <a:latin typeface="Arial"/>
              </a:rPr>
              <a:t>2,715</a:t>
            </a:r>
          </a:p>
        </p:txBody>
      </p:sp>
      <p:pic>
        <p:nvPicPr>
          <p:cNvPr id="8" name="Picture 7" descr="room-migration-chart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51760"/>
            <a:ext cx="1115568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