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counts_comparison_per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1155680" cy="64746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  <a:latin typeface="Arial"/>
              </a:defRPr>
            </a:pPr>
            <a:r>
              <a:t>Slide 2 contains editable data · Upload to Google Drive → Open with Google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Accounts Comparison Per Batch — Data (Editable)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Edit values below, then regenerate the chart if needed.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8595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37744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2D4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May Batch Count</a:t>
                      </a:r>
                    </a:p>
                  </a:txBody>
                  <a:tcPr>
                    <a:solidFill>
                      <a:srgbClr val="2D4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June Batch Count</a:t>
                      </a:r>
                    </a:p>
                  </a:txBody>
                  <a:tcPr>
                    <a:solidFill>
                      <a:srgbClr val="2D4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D4B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Owners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Accounting...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■ May Batch Count (dark green)    ■ June Batch Count (light blue)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