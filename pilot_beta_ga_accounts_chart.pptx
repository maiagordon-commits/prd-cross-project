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lot_beta_ga_account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20040"/>
            <a:ext cx="9601200" cy="65877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64748B"/>
                </a:solidFill>
                <a:latin typeface="Arial"/>
              </a:defRPr>
            </a:pPr>
            <a:r>
              <a:t>Slide 2 has editable data · Upload to Google Drive → Open with Google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334155"/>
                </a:solidFill>
                <a:latin typeface="Arial"/>
              </a:defRPr>
            </a:pPr>
            <a:r>
              <a:t>Accounts by stage — Pilot / Beta / GA (Editable)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July GA is for all accounts — leave the GA column blank / unlabeled in the chart.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332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3200400"/>
                <a:gridCol w="2194560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5B7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Pilot</a:t>
                      </a:r>
                    </a:p>
                  </a:txBody>
                  <a:tcPr>
                    <a:solidFill>
                      <a:srgbClr val="5B7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5B7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</a:t>
                      </a:r>
                    </a:p>
                  </a:txBody>
                  <a:tcPr>
                    <a:solidFill>
                      <a:srgbClr val="5B7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Pilot+Beta total</a:t>
                      </a:r>
                    </a:p>
                  </a:txBody>
                  <a:tcPr>
                    <a:solidFill>
                      <a:srgbClr val="5B7C9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all accounts (no 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780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389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How to mirror this in Google Sheets:</a:t>
            </a:r>
            <a:br/>
            <a:r>
              <a:t>1. Keep Pilot and Beta series with their numbers (and data labels).</a:t>
            </a:r>
            <a:br/>
            <a:r>
              <a:t>2. Add a third series named "GA (all accounts)" with blank/0 in May–June and a small placeholder in July only for the orange stack color.</a:t>
            </a:r>
            <a:br/>
            <a:r>
              <a:t>3. Turn OFF data labels for the GA series so no number appears.</a:t>
            </a:r>
            <a:br/>
            <a:r>
              <a:t>4. Optionally rename the July category to "July (GA)" or add a chart annotation.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