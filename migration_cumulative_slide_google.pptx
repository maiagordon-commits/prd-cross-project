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E293B"/>
                </a:solidFill>
              </a:defRPr>
            </a:pPr>
            <a:r>
              <a:t>Room Migration Progress — Cumulative 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4748B"/>
                </a:solidFill>
              </a:defRPr>
            </a:pPr>
            <a:r>
              <a:t>As of 6/22/2026  ·  Click any tab below to navigate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2E9E5B"/>
                </a:solidFill>
              </a:defRPr>
            </a:pPr>
            <a:r>
              <a:t>Cumulative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2,493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All weeks combined through this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64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B4F8A"/>
                </a:solidFill>
              </a:defRPr>
            </a:pPr>
            <a:r>
              <a:t>Planned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4,200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52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Plan for 6/22/2026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DC2626"/>
                </a:solidFill>
              </a:defRPr>
            </a:pPr>
            <a:r>
              <a:t>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-1,707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Actual minus planned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336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24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B4F8A"/>
                </a:solidFill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8,500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24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Near-term account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Recent cumulative totals (click Chart for full view →)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" y="3886200"/>
          <a:ext cx="685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Cumulative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1,632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1,097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1,944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2,650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2,493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4,200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2" descr="migration_actual_vs_planne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520440"/>
            <a:ext cx="3657600" cy="18314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6384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B4F8A"/>
                </a:solidFill>
              </a:defRPr>
            </a:pPr>
            <a:r>
              <a:t>See Chart slide for full 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E293B"/>
                </a:solidFill>
              </a:defRPr>
            </a:pPr>
            <a:r>
              <a:t>Actual vs Planned — Cumulative Line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</a:defRPr>
            </a:pPr>
            <a:r>
              <a:t>Green = cumulative actual total per date  ·  Blue dashed = planned  ·  Click Data tab to edit numbers</a:t>
            </a:r>
          </a:p>
        </p:txBody>
      </p:sp>
      <p:pic>
        <p:nvPicPr>
          <p:cNvPr id="5" name="Picture 4" descr="migration_actual_vs_planne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526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566928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2E9E5B"/>
                </a:solidFill>
              </a:defRPr>
            </a:pPr>
            <a:r>
              <a:t>Edit numbers on slide 3: Cumulative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Cumulative Data (Editable)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Edit Weekly columns — Cumulative Total = sum of all prior weeks through that date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10"/>
              </a:tblGrid>
              <a:tr h="33963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Lite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Pro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Ent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Lite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Pro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Ent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Total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4/13/2026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4/20/2026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4/27/2026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5/18/2026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5/25/2026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+128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1632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+535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1944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-706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2493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-1,707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6/29/2026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7/6/2026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Cumulative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Weekly Detail by Segment (Editable)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Enter weekly counts only — not cumulative. Totals roll up on Cumulative Data slide.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Starting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Weekly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4/13/2026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4/20/2026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4/27/2026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5/18/2026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5/25/2026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897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E9E5B"/>
                </a:solidFill>
              </a:defRPr>
            </a:pPr>
            <a:r>
              <a:t>Grand cumulative total through 6/22/2026: 2,493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Weekly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Migration Phases (Editable)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End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Reservations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Res/Acct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Ramp-up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8/3/2026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7,090,000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11,509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Steady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8/4/2026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11,360,000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1335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9/23/2026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15,640,000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2034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Full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11/12/2026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12/31/2026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19,910,000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